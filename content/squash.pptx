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271" r:id="rId3"/>
    <p:sldId id="257" r:id="rId4"/>
    <p:sldId id="270" r:id="rId5"/>
    <p:sldId id="272" r:id="rId6"/>
    <p:sldId id="273" r:id="rId7"/>
  </p:sldIdLst>
  <p:sldSz cx="12188825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1" autoAdjust="0"/>
    <p:restoredTop sz="94599" autoAdjust="0"/>
  </p:normalViewPr>
  <p:slideViewPr>
    <p:cSldViewPr>
      <p:cViewPr>
        <p:scale>
          <a:sx n="50" d="100"/>
          <a:sy n="50" d="100"/>
        </p:scale>
        <p:origin x="36" y="1050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4080" y="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13D02FD-F98D-4393-8C2A-AA2B1B59A463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5164D38-2738-4F9A-AE2C-9F3DA1661795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76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2D6F-B34F-4341-932B-493A2CE2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9618316-A3F8-5966-FD6E-B7D5F6C01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957603F-C0B7-2B13-4E90-6CB58583A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8C441E-739A-598F-45A7-C23FEB453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1364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1743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2977F-FD55-4905-7D2B-5AB7B330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CD8BA5-0E11-E8F9-47CE-275E90A0E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4B555A-8E6A-4F51-9D3D-60F05776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C4855D-B1A2-C867-4B45-593C561BB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3272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13CE5-124C-29D1-A5F8-96749121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DAB772F-3E60-E180-9A2F-0FB87E148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F9EC139-A8FF-D64E-546C-E5B583F6D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8F121E-1DAF-38CC-9A79-A9DE639ED3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4002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30F3B-DC76-8EDE-ECA7-75D0C146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4C277EB-B751-C5AC-A9BD-7EA237B41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017DD3-2520-F785-9A64-13AD0E476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1F6019-16AC-3629-08BE-1D8CCA3EB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4586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grpSp>
        <p:nvGrpSpPr>
          <p:cNvPr id="256" name="Линия" descr="Изображение линии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Полилиния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58" name="Полилиния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59" name="Полилиния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0" name="Полилиния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1" name="Полилиния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2" name="Полилиния 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3" name="Полилиния 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4" name="Полилиния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5" name="Полилиния 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6" name="Полилиния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7" name="Полилиния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8" name="Полилиния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9" name="Полилиния 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0" name="Полилиния 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1" name="Полилиния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2" name="Полилиния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3" name="Полилиния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4" name="Полилиния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5" name="Полилиния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6" name="Полилиния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7" name="Полилиния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8" name="Полилиния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9" name="Полилиния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0" name="Полилиния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1" name="Полилиния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2" name="Полилиния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3" name="Полилиния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4" name="Полилиния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5" name="Полилиния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6" name="Полилиния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7" name="Полилиния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8" name="Полилиния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9" name="Полилиния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0" name="Полилиния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1" name="Полилиния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2" name="Полилиния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3" name="Полилиния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4" name="Полилиния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5" name="Полилиния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6" name="Полилиния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7" name="Полилиния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8" name="Полилиния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9" name="Полилиния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0" name="Полилиния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1" name="Полилиния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2" name="Полилиния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3" name="Полилиния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4" name="Полилиния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5" name="Полилиния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6" name="Полилиния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7" name="Полилиния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8" name="Полилиния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9" name="Полилиния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0" name="Полилиния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1" name="Полилиния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2" name="Полилиния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3" name="Полилиния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4" name="Полилиния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5" name="Полилиния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6" name="Полилиния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7" name="Полилиния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8" name="Полилиния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9" name="Полилиния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0" name="Полилиния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1" name="Полилиния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2" name="Полилиния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3" name="Полилиния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4" name="Полилиния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5" name="Полилиния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6" name="Полилиния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7" name="Полилиния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8" name="Полилиния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9" name="Полилиния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0" name="Полилиния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1" name="Полилиния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2" name="Полилиния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3" name="Полилиния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4" name="Полилиния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5" name="Полилиния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6" name="Полилиния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7" name="Полилиния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8" name="Полилиния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9" name="Полилиния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0" name="Полилиния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1" name="Полилиния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2" name="Полилиния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3" name="Полилиния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4" name="Полилиния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5" name="Полилиния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6" name="Полилиния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7" name="Полилиния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8" name="Полилиния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9" name="Полилиния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0" name="Полилиния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1" name="Полилиния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2" name="Полилиния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3" name="Полилиния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4" name="Полилиния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5" name="Полилиния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6" name="Полилиния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7" name="Полилиния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8" name="Полилиния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9" name="Полилиния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0" name="Полилиния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1" name="Полилиния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2" name="Полилиния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3" name="Полилиния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4" name="Полилиния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5" name="Полилиния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6" name="Полилиния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7" name="Полилиния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8" name="Полилиния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9" name="Полилиния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0" name="Полилиния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1" name="Полилиния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2" name="Полилиния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3" name="Полилиния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4" name="Полилиния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5" name="Полилиния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6" name="Полилиния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7" name="Полилиния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8" name="Полилиния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9" name="Полилиния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</p:grp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grpSp>
        <p:nvGrpSpPr>
          <p:cNvPr id="167" name="Линия" descr="Изображение линии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Полилиния 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9" name="Полилиния 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0" name="Полилиния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1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2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3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4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5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6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7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8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9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0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1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2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3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4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5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6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7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8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9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0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1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2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3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4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5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6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7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8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9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0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1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2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3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4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5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6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7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8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9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0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1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2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3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4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5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6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7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8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9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0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1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2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3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4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5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6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7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8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9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0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1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2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3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4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5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6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7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8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9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40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41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567F8A-3B9B-475E-B703-D5E9DB2614A0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rtlCol="0" anchor="b">
            <a:noAutofit/>
          </a:bodyPr>
          <a:lstStyle>
            <a:lvl1pPr algn="l">
              <a:defRPr sz="4400" b="0" cap="none" baseline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grpSp>
        <p:nvGrpSpPr>
          <p:cNvPr id="255" name="Линия" descr="Изображение линии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Полилиния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57" name="Полилиния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58" name="Полилиния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59" name="Полилиния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0" name="Полилиния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1" name="Полилиния 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2" name="Полилиния 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3" name="Полилиния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4" name="Полилиния 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5" name="Полилиния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6" name="Полилиния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7" name="Полилиния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8" name="Полилиния 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69" name="Полилиния 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0" name="Полилиния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1" name="Полилиния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2" name="Полилиния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3" name="Полилиния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4" name="Полилиния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5" name="Полилиния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6" name="Полилиния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7" name="Полилиния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8" name="Полилиния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79" name="Полилиния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0" name="Полилиния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1" name="Полилиния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2" name="Полилиния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3" name="Полилиния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4" name="Полилиния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5" name="Полилиния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6" name="Полилиния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7" name="Полилиния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8" name="Полилиния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89" name="Полилиния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0" name="Полилиния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1" name="Полилиния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2" name="Полилиния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3" name="Полилиния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4" name="Полилиния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5" name="Полилиния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6" name="Полилиния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7" name="Полилиния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8" name="Полилиния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299" name="Полилиния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0" name="Полилиния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1" name="Полилиния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2" name="Полилиния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3" name="Полилиния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4" name="Полилиния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5" name="Полилиния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6" name="Полилиния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7" name="Полилиния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8" name="Полилиния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09" name="Полилиния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0" name="Полилиния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1" name="Полилиния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2" name="Полилиния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3" name="Полилиния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4" name="Полилиния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5" name="Полилиния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6" name="Полилиния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7" name="Полилиния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8" name="Полилиния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19" name="Полилиния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0" name="Полилиния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1" name="Полилиния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2" name="Полилиния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3" name="Полилиния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4" name="Полилиния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5" name="Полилиния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6" name="Полилиния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7" name="Полилиния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8" name="Полилиния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29" name="Полилиния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0" name="Полилиния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1" name="Полилиния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2" name="Полилиния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3" name="Полилиния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4" name="Полилиния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5" name="Полилиния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6" name="Полилиния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7" name="Полилиния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8" name="Полилиния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39" name="Полилиния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0" name="Полилиния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1" name="Полилиния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2" name="Полилиния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3" name="Полилиния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4" name="Полилиния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5" name="Полилиния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6" name="Полилиния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7" name="Полилиния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8" name="Полилиния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49" name="Полилиния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0" name="Полилиния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1" name="Полилиния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2" name="Полилиния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3" name="Полилиния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4" name="Полилиния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5" name="Полилиния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6" name="Полилиния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7" name="Полилиния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8" name="Полилиния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59" name="Полилиния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0" name="Полилиния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1" name="Полилиния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2" name="Полилиния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3" name="Полилиния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4" name="Полилиния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5" name="Полилиния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6" name="Полилиния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7" name="Полилиния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8" name="Полилиния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69" name="Полилиния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0" name="Полилиния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1" name="Полилиния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2" name="Полилиния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3" name="Полилиния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4" name="Полилиния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5" name="Полилиния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6" name="Полилиния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7" name="Полилиния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  <p:sp>
          <p:nvSpPr>
            <p:cNvPr id="378" name="Полилиния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/>
            </a:p>
          </p:txBody>
        </p:sp>
      </p:grp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86B7B8-68DB-4C8D-B1EE-F0C4532BD17D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типа объек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grpSp>
        <p:nvGrpSpPr>
          <p:cNvPr id="158" name="Линия" descr="Изображение линии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Полилиния 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0" name="Полилиния 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1" name="Полилиния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2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3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4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5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6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7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8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9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0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1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2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3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4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5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6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7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8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9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0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1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2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3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4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5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6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7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8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9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0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1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2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3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4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5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6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7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8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9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0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1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2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3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4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5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6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7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8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9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0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1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2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3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4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5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6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7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8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9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0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1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2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3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4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5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6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7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8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9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0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1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2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8857C3-C93F-4E49-AD92-CBF7106F2783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grpSp>
        <p:nvGrpSpPr>
          <p:cNvPr id="160" name="Линия" descr="Изображение линии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Полилиния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2" name="Полилиния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3" name="Полилиния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4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5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6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7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8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9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0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1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2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3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4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5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6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7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8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9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0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1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2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3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4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5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6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7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8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9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0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1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2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3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4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5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6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7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8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9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0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1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2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3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4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5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6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7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8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9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0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1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2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3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4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5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6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7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8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9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0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1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2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3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4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5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6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7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8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9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0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1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2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3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4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C36C73-844D-4651-9FC2-22D52B486471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5" name="Объект 3"/>
          <p:cNvSpPr>
            <a:spLocks noGrp="1"/>
          </p:cNvSpPr>
          <p:nvPr>
            <p:ph sz="half" idx="13"/>
          </p:nvPr>
        </p:nvSpPr>
        <p:spPr>
          <a:xfrm>
            <a:off x="6249860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grpSp>
        <p:nvGrpSpPr>
          <p:cNvPr id="156" name="Линия" descr="Изображение линии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Полилиния 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58" name="Полилиния 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59" name="Полилиния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0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1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2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3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4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5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6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7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8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9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0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1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2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3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4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5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6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7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8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9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0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1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2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3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4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5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6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7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8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9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0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1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2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3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4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5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6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7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8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9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0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1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2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3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4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5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6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7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8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9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0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1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2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3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4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5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6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7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8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9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0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1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2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3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4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5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6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7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8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9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0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2BE7C9-88BB-4EFE-8667-3062E1396877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013653-6E18-417E-A961-3DF0937C0BAA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grpSp>
        <p:nvGrpSpPr>
          <p:cNvPr id="615" name="рамка" descr="Изображение прямоугольника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Группа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Группа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Полилиния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Полилиния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Полилиния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7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Группа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Полилиния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Полилиния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Полилиния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3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Группа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Группа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Полилиния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Полилиния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Полилиния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7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Группа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Полилиния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Полилиния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Полилиния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3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9705AF-92A4-4691-A540-883D58C8D1DC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rtlCol="0" anchor="b">
            <a:noAutofit/>
          </a:bodyPr>
          <a:lstStyle>
            <a:lvl1pPr algn="l">
              <a:defRPr sz="3200" b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grpSp>
        <p:nvGrpSpPr>
          <p:cNvPr id="614" name="рамка" descr="Изображение прямоугольника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Группа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Группа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Полилиния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4" name="Полилиния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5" name="Полилиния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6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7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8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9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0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1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2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3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4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5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6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7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8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59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0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1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2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3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4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5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6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7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8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69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0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1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2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3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4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5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6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7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8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79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0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1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2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3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4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5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6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7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8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89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0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1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2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3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4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5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6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7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8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99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0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1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2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3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4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5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6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7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8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09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0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1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2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3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4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5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916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Группа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Полилиния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0" name="Полилиния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1" name="Полилиния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2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3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4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5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6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7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8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79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0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1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2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3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4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5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6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7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8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89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0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1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2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3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4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5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6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7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8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99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0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1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2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3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4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5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6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7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8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09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0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1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2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3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4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5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6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7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8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19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0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1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2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3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4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5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6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7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8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29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0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1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2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3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4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5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6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7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8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39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0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1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842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Группа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Группа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Полилиния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4" name="Полилиния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5" name="Полилиния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6" name="Полилиния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7" name="Полилиния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8" name="Полилиния 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9" name="Полилиния 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0" name="Полилиния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1" name="Полилиния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2" name="Полилиния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3" name="Полилиния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4" name="Полилиния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5" name="Полилиния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6" name="Полилиния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7" name="Полилиния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8" name="Полилиния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09" name="Полилиния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0" name="Полилиния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1" name="Полилиния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2" name="Полилиния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3" name="Полилиния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4" name="Полилиния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5" name="Полилиния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6" name="Полилиния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7" name="Полилиния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8" name="Полилиния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19" name="Полилиния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0" name="Полилиния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1" name="Полилиния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2" name="Полилиния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3" name="Полилиния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4" name="Полилиния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5" name="Полилиния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6" name="Полилиния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7" name="Полилиния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8" name="Полилиния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29" name="Полилиния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0" name="Полилиния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1" name="Полилиния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2" name="Полилиния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3" name="Полилиния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4" name="Полилиния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5" name="Полилиния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6" name="Полилиния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7" name="Полилиния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8" name="Полилиния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39" name="Полилиния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0" name="Полилиния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1" name="Полилиния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2" name="Полилиния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3" name="Полилиния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4" name="Полилиния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5" name="Полилиния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6" name="Полилиния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7" name="Полилиния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8" name="Полилиния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49" name="Полилиния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0" name="Полилиния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1" name="Полилиния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2" name="Полилиния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3" name="Полилиния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4" name="Полилиния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5" name="Полилиния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6" name="Полилиния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7" name="Полилиния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8" name="Полилиния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59" name="Полилиния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0" name="Полилиния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1" name="Полилиния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2" name="Полилиния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3" name="Полилиния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4" name="Полилиния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5" name="Полилиния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766" name="Полилиния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Группа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Полилиния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0" name="Полилиния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1" name="Полилиния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2" name="Полилиния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3" name="Полилиния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4" name="Полилиния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5" name="Полилиния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6" name="Полилиния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7" name="Полилиния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8" name="Полилиния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29" name="Полилиния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0" name="Полилиния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1" name="Полилиния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2" name="Полилиния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3" name="Полилиния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4" name="Полилиния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5" name="Полилиния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6" name="Полилиния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7" name="Полилиния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8" name="Полилиния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39" name="Полилиния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0" name="Полилиния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1" name="Полилиния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2" name="Полилиния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3" name="Полилиния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4" name="Полилиния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5" name="Полилиния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6" name="Полилиния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7" name="Полилиния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8" name="Полилиния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49" name="Полилиния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0" name="Полилиния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1" name="Полилиния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2" name="Полилиния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3" name="Полилиния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4" name="Полилиния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5" name="Полилиния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6" name="Полилиния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7" name="Полилиния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8" name="Полилиния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59" name="Полилиния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0" name="Полилиния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1" name="Полилиния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2" name="Полилиния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3" name="Полилиния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4" name="Полилиния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5" name="Полилиния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6" name="Полилиния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7" name="Полилиния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8" name="Полилиния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69" name="Полилиния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0" name="Полилиния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1" name="Полилиния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2" name="Полилиния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3" name="Полилиния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4" name="Полилиния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5" name="Полилиния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6" name="Полилиния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7" name="Полилиния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8" name="Полилиния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79" name="Полилиния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0" name="Полилиния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1" name="Полилиния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2" name="Полилиния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3" name="Полилиния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4" name="Полилиния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5" name="Полилиния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6" name="Полилиния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7" name="Полилиния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8" name="Полилиния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89" name="Полилиния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0" name="Полилиния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1" name="Полилиния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  <p:sp>
              <p:nvSpPr>
                <p:cNvPr id="692" name="Полилиния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ru-RU" dirty="0"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09E27C-4335-4F92-9135-AD8999CC569B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grpSp>
        <p:nvGrpSpPr>
          <p:cNvPr id="7" name="Линия" descr="Изображение линии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Полилиния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9" name="Полилиния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0" name="Полилиния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1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2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3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4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5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4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5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6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7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8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9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0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1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2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3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4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5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6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7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8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9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0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1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2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3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4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5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6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7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8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9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0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1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2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3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4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5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6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7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8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9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0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1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2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3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4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5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6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7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8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9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0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1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2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3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4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5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6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7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8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9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80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81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ADCAA3-DEBC-406D-8401-30E1F946FF53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grpSp>
        <p:nvGrpSpPr>
          <p:cNvPr id="7" name="Линия" descr="Изображение линии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Полилиния 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9" name="Полилиния 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0" name="Полилиния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1" name="Полилиния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2" name="Полилиния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3" name="Полилиния 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4" name="Полилиния 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5" name="Полилиния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6" name="Полилиния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7" name="Полилиния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8" name="Полилиния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19" name="Полилиния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0" name="Полилиния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1" name="Полилиния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2" name="Полилиния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3" name="Полилиния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4" name="Полилиния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5" name="Полилиния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6" name="Полилиния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7" name="Полилиния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8" name="Полилиния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29" name="Полилиния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0" name="Полилиния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1" name="Полилиния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2" name="Полилиния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3" name="Полилиния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4" name="Полилиния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5" name="Полилиния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6" name="Полилиния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7" name="Полилиния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8" name="Полилиния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39" name="Полилиния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0" name="Полилиния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1" name="Полилиния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2" name="Полилиния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3" name="Полилиния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4" name="Полилиния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5" name="Полилиния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6" name="Полилиния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7" name="Полилиния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8" name="Полилиния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49" name="Полилиния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0" name="Полилиния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1" name="Полилиния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2" name="Полилиния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3" name="Полилиния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4" name="Полилиния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5" name="Полилиния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6" name="Полилиния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7" name="Полилиния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8" name="Полилиния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59" name="Полилиния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0" name="Полилиния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1" name="Полилиния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2" name="Полилиния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3" name="Полилиния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4" name="Полилиния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5" name="Полилиния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6" name="Полилиния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7" name="Полилиния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8" name="Полилиния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69" name="Полилиния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0" name="Полилиния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1" name="Полилиния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2" name="Полилиния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3" name="Полилиния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4" name="Полилиния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5" name="Полилиния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6" name="Полилиния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7" name="Полилиния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8" name="Полилиния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79" name="Полилиния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80" name="Полилиния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  <p:sp>
          <p:nvSpPr>
            <p:cNvPr id="81" name="Полилиния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ru-RU" dirty="0">
                <a:ln>
                  <a:noFill/>
                </a:ln>
              </a:endParaRPr>
            </a:p>
          </p:txBody>
        </p:sp>
      </p:grp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 rtlCol="0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u-RU" dirty="0"/>
              <a:t>Образец текста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5B83A8-B65A-4820-B3AA-18435A44086F}" type="datetime1">
              <a:rPr lang="ru-RU" smtClean="0"/>
              <a:t>01.05.2026</a:t>
            </a:fld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заголовка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Замещающий текст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C9D4412-E0C6-4262-9FCB-58486E3B00CB}" type="datetime1">
              <a:rPr lang="ru-RU" noProof="0" smtClean="0"/>
              <a:t>01.05.2026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5BA54BD-C84D-46CE-8B72-31BFB26ABA43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132448" y="3573016"/>
            <a:ext cx="3923927" cy="1143000"/>
          </a:xfrm>
        </p:spPr>
        <p:txBody>
          <a:bodyPr rtlCol="0"/>
          <a:lstStyle/>
          <a:p>
            <a:pPr algn="ctr" rtl="0"/>
            <a:r>
              <a:rPr lang="en-US" sz="8000" dirty="0"/>
              <a:t>Squash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6F72-78EE-2655-8E91-8B90C076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920805A-AC68-A77A-A536-87C34333C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Words</a:t>
            </a:r>
            <a:endParaRPr lang="ru-RU" dirty="0"/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22127FEC-56A1-6DAE-D8AD-A11D5A699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3932" y="2060848"/>
            <a:ext cx="9144000" cy="2743820"/>
          </a:xfrm>
        </p:spPr>
        <p:txBody>
          <a:bodyPr rtlCol="0"/>
          <a:lstStyle/>
          <a:p>
            <a:r>
              <a:rPr lang="en-US" b="1" dirty="0"/>
              <a:t>Punctured ball</a:t>
            </a:r>
            <a:r>
              <a:rPr lang="en-US" dirty="0"/>
              <a:t> - </a:t>
            </a:r>
            <a:r>
              <a:rPr lang="ru-RU" dirty="0"/>
              <a:t>мяч </a:t>
            </a:r>
            <a:r>
              <a:rPr lang="ru-RU" b="1" dirty="0"/>
              <a:t>спустивший воздух из-за прокола</a:t>
            </a:r>
            <a:endParaRPr lang="en-US" b="1" dirty="0"/>
          </a:p>
          <a:p>
            <a:r>
              <a:rPr lang="en-US" b="1" dirty="0"/>
              <a:t>Varied</a:t>
            </a:r>
            <a:r>
              <a:rPr lang="en-US" dirty="0"/>
              <a:t> - </a:t>
            </a:r>
            <a:r>
              <a:rPr lang="ru-RU" b="1" dirty="0"/>
              <a:t>разнообразный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012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What is squash and how it is played?</a:t>
            </a:r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idx="1"/>
          </p:nvPr>
        </p:nvSpPr>
        <p:spPr>
          <a:xfrm>
            <a:off x="1773932" y="3424684"/>
            <a:ext cx="9144000" cy="1379984"/>
          </a:xfrm>
        </p:spPr>
        <p:txBody>
          <a:bodyPr rtlCol="0"/>
          <a:lstStyle/>
          <a:p>
            <a:r>
              <a:rPr lang="en-US" dirty="0"/>
              <a:t>Squash is an indoor racket game played by 2 or 4 people in a four-walled court, using a small rubber ball. The goal is to hit the ball so the opponent can’t return it.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16A23-08C2-AC0A-C6C2-04002E9BB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2BC06BB6-D068-4D28-381D-4EA4712B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Where did squash come from and how did it become popular?</a:t>
            </a:r>
            <a:endParaRPr lang="ru-RU" dirty="0"/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03DC2A60-8E86-9737-D933-CE93A8F13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3932" y="1700808"/>
            <a:ext cx="9144000" cy="4680520"/>
          </a:xfrm>
        </p:spPr>
        <p:txBody>
          <a:bodyPr rtlCol="0">
            <a:normAutofit/>
          </a:bodyPr>
          <a:lstStyle/>
          <a:p>
            <a:r>
              <a:rPr lang="en-US" dirty="0"/>
              <a:t>Squash  was invented in the 19th century and appeared at Harrow School, where students noticed that a soft, punctured ball “squashed” when it hit the wall, making the game more varied and fun.</a:t>
            </a:r>
          </a:p>
          <a:p>
            <a:r>
              <a:rPr lang="en-US" dirty="0"/>
              <a:t>…:</a:t>
            </a:r>
          </a:p>
          <a:p>
            <a:pPr lvl="1"/>
            <a:r>
              <a:rPr lang="en-US" sz="2400" dirty="0"/>
              <a:t>It started spreading through elite English schools and clubs.</a:t>
            </a:r>
          </a:p>
          <a:p>
            <a:pPr lvl="1"/>
            <a:r>
              <a:rPr lang="en-US" sz="2400" dirty="0"/>
              <a:t>It reached the United States by 1884, when the first North American court was built at St. Paul’s School.</a:t>
            </a:r>
          </a:p>
          <a:p>
            <a:pPr lvl="1"/>
            <a:r>
              <a:rPr lang="en-US" sz="2400" dirty="0"/>
              <a:t>A national governing body formed in 1904 in the U.S., which helped to organize rules and enlarge the sport.</a:t>
            </a:r>
          </a:p>
          <a:p>
            <a:pPr lvl="1"/>
            <a:r>
              <a:rPr lang="en-US" sz="2400" dirty="0"/>
              <a:t>In the 20th century, more schools, clubs, and private courts were built, and the game spread to other countries</a:t>
            </a:r>
            <a:r>
              <a:rPr lang="en-US" dirty="0"/>
              <a:t>.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1824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9B0C-5D6A-58C3-252B-865CA096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4832B5-15CC-E9DC-41FD-43D1E1C64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endParaRPr lang="ru-RU" dirty="0"/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656BD4BC-0ABC-0923-2DA7-7E85BCD84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3932" y="1700808"/>
            <a:ext cx="9144000" cy="4680520"/>
          </a:xfrm>
        </p:spPr>
        <p:txBody>
          <a:bodyPr rtlCol="0">
            <a:normAutofit/>
          </a:bodyPr>
          <a:lstStyle/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4604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B6D5F-F751-3834-EA0E-C08B1E69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A998B38A-2462-1B82-2B3C-AE693F7C5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Where did squash come from and how did it become popular?</a:t>
            </a:r>
            <a:endParaRPr lang="ru-RU" dirty="0"/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C74556E3-A36A-E794-074F-F46C69519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3932" y="1700808"/>
            <a:ext cx="9144000" cy="4680520"/>
          </a:xfrm>
        </p:spPr>
        <p:txBody>
          <a:bodyPr rtlCol="0">
            <a:normAutofit/>
          </a:bodyPr>
          <a:lstStyle/>
          <a:p>
            <a:r>
              <a:rPr lang="en-US" dirty="0"/>
              <a:t>Squash  was invented in the 19th century and appeared at Harrow School, where students noticed that a soft, punctured ball “squashed” when it hit the wall, making the game more varied and fun.</a:t>
            </a:r>
          </a:p>
          <a:p>
            <a:r>
              <a:rPr lang="en-US" dirty="0"/>
              <a:t>…:</a:t>
            </a:r>
          </a:p>
          <a:p>
            <a:pPr lvl="1"/>
            <a:r>
              <a:rPr lang="en-US" sz="2400" dirty="0"/>
              <a:t>It started spreading through elite English schools and clubs.</a:t>
            </a:r>
          </a:p>
          <a:p>
            <a:pPr lvl="1"/>
            <a:r>
              <a:rPr lang="en-US" sz="2400" dirty="0"/>
              <a:t>It reached the United States by 1884, when the first North American court was built at St. Paul’s School.</a:t>
            </a:r>
          </a:p>
          <a:p>
            <a:pPr lvl="1"/>
            <a:r>
              <a:rPr lang="en-US" sz="2400" dirty="0"/>
              <a:t>A national governing body formed in 1904 in the U.S., which helped to organize rules and enlarge the sport.</a:t>
            </a:r>
          </a:p>
          <a:p>
            <a:pPr lvl="1"/>
            <a:r>
              <a:rPr lang="en-US" sz="2400" dirty="0"/>
              <a:t>In the 20th century, more schools, clubs, and private courts were built, and the game spread to other countries</a:t>
            </a:r>
            <a:r>
              <a:rPr lang="en-US" dirty="0"/>
              <a:t>.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6196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Школьная доска (16x9)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29488_TF02804846_TF02804846.potx" id="{B0D334FF-33A8-46AB-96CF-63558F5650FA}" vid="{48B67DF7-1DEB-4C08-A175-C7A2C8FA45E8}"/>
    </a:ext>
  </a:extLst>
</a:theme>
</file>

<file path=ppt/theme/theme2.xml><?xml version="1.0" encoding="utf-8"?>
<a:theme xmlns:a="http://schemas.openxmlformats.org/drawingml/2006/main" name="Тема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Учебная презентация на школьной доске (широкоэкранный формат)</Template>
  <TotalTime>1161</TotalTime>
  <Words>328</Words>
  <Application>Microsoft Office PowerPoint</Application>
  <PresentationFormat>Произвольный</PresentationFormat>
  <Paragraphs>27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Consolas</vt:lpstr>
      <vt:lpstr>Corbel</vt:lpstr>
      <vt:lpstr>Школьная доска (16x9)</vt:lpstr>
      <vt:lpstr>Squash</vt:lpstr>
      <vt:lpstr>Words</vt:lpstr>
      <vt:lpstr>What is squash and how it is played?</vt:lpstr>
      <vt:lpstr>Where did squash come from and how did it become popular?</vt:lpstr>
      <vt:lpstr>Презентация PowerPoint</vt:lpstr>
      <vt:lpstr>Where did squash come from and how did it become popular?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zuska</dc:creator>
  <cp:lastModifiedBy>zuska</cp:lastModifiedBy>
  <cp:revision>1</cp:revision>
  <dcterms:created xsi:type="dcterms:W3CDTF">2026-05-01T15:17:18Z</dcterms:created>
  <dcterms:modified xsi:type="dcterms:W3CDTF">2026-05-02T10:39:06Z</dcterms:modified>
</cp:coreProperties>
</file>
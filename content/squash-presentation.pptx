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SQUASH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Racket Sport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5 min read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840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Squash?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64008" cy="2377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is a fast-paced indoor racket sport played by 2 or 4 players in a four-walled court.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take turns hitting a small rubber ball against the front wall — the ball can bounce off any surface except the floor.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simple: make a shot your opponent cannot return.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2926080"/>
            <a:ext cx="22860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20M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worldwide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4023360"/>
            <a:ext cx="22860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&amp; Rise to Fame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1830s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at Harrow School, London. Students used a punctured racket ball that 'squashed' on impact.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96312"/>
            <a:ext cx="109728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4963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the United States — first courts built at private clubs and universities.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00984"/>
            <a:ext cx="109728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0098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Europe, Asia, and the Commonwealth. Squash became an elite sport.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05656"/>
            <a:ext cx="1097280" cy="6858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0565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41056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 players across 170+ countries. Olympic recognition — bids for future Games.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Squash?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 Power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800—1000+ calories per hour. One of the most intense cardio workouts you can get.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288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Agility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Split-second decisions, spatial awareness, and tactical thinking — it's physical chess.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6459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Fun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080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singles or doubles. Great for communities, clubs, and all skill levels.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2461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Full-Body Workout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3152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legs, core, arms, and reflexes. Builds strength, speed, and endurance.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383280" y="32461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4290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Sessions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56616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game in 30—45 min. Fits busy schedules better than most sports.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17920" y="32461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4290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Relief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40080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ball hard, clear your mind. The ultimate stress-buster after work.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Squash by the Numbers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371600" cy="0"/>
          </a:xfrm>
          <a:prstGeom prst="line">
            <a:avLst/>
          </a:prstGeom>
          <a:noFill/>
          <a:ln w="19050">
            <a:solidFill>
              <a:srgbClr val="D8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World's Healthiest Sport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study ranked squash #1 for overall fitness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383280" y="2651760"/>
            <a:ext cx="1371600" cy="0"/>
          </a:xfrm>
          <a:prstGeom prst="line">
            <a:avLst/>
          </a:prstGeom>
          <a:noFill/>
          <a:ln w="19050">
            <a:solidFill>
              <a:srgbClr val="D8E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Calories per Hour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Outpaces running, cycling, and swimming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4×4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1371600" cy="0"/>
          </a:xfrm>
          <a:prstGeom prst="line">
            <a:avLst/>
          </a:prstGeom>
          <a:noFill/>
          <a:ln w="19050">
            <a:solidFill>
              <a:srgbClr val="D8E2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 Size (meters)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— fits in any indoor facility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Play?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local court. Grab a racket. Feel the rush.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is more than a game — it's a lifestyle.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BD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· fitness · fun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93192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931920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9319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Quiz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68580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where was squash invented?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1830s at Harrow School, London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50008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441448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3444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squash the world's healthiest sport?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0" y="2350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#1 — 800+ cal/hour, full-body + mental workout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008376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3099816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30083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play squash worldwide?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30083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 million players in 170+ countries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666744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3758184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34440" y="36667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key health benefits of squash?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0" y="36667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Cardio, reflexes, strength, stress relief, social fun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325112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" y="4416552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234440" y="43251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a typical game last?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86400" y="43251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minutes — fits any schedule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Squash — The Ultimate Racket Sport</dc:title>
  <dc:subject>PptxGenJS Presentation</dc:subject>
  <dc:creator>Squash Presentation</dc:creator>
  <cp:lastModifiedBy>Squash Presentation</cp:lastModifiedBy>
  <cp:revision>1</cp:revision>
  <dcterms:created xsi:type="dcterms:W3CDTF">2026-05-02T10:57:28Z</dcterms:created>
  <dcterms:modified xsi:type="dcterms:W3CDTF">2026-05-02T10:57:28Z</dcterms:modified>
</cp:coreProperties>
</file>